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e16967fa6a4881" /><Relationship Type="http://schemas.openxmlformats.org/officeDocument/2006/relationships/extended-properties" Target="/docProps/app.xml" Id="R3c22089cf1a248ca" /><Relationship Type="http://schemas.openxmlformats.org/officeDocument/2006/relationships/officeDocument" Target="/ppt/presentation.xml" Id="R1375890255f24e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a2ae970e144c4e"/>
  </p:sldMasterIdLst>
  <p:notesMasterIdLst>
    <p:notesMasterId xmlns:r="http://schemas.openxmlformats.org/officeDocument/2006/relationships" r:id="R8306790dd3454f1a"/>
  </p:notesMasterIdLst>
  <p:sldIdLst>
    <p:sldId xmlns:r="http://schemas.openxmlformats.org/officeDocument/2006/relationships" id="256" r:id="R3973404a91fa4d90"/>
    <p:sldId xmlns:r="http://schemas.openxmlformats.org/officeDocument/2006/relationships" id="257" r:id="Rb5ed0b78fb2f4ff5"/>
    <p:sldId xmlns:r="http://schemas.openxmlformats.org/officeDocument/2006/relationships" id="258" r:id="Rac3c81d4881e4c78"/>
    <p:sldId xmlns:r="http://schemas.openxmlformats.org/officeDocument/2006/relationships" id="259" r:id="R9aa8287e5cf84cc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0c43ecb7b249be" /><Relationship Type="http://schemas.openxmlformats.org/officeDocument/2006/relationships/slideMaster" Target="/ppt/slideMasters/slideMaster1.xml" Id="R05a2ae970e144c4e" /><Relationship Type="http://schemas.openxmlformats.org/officeDocument/2006/relationships/notesMaster" Target="/ppt/notesMasters/notesMaster1.xml" Id="R8306790dd3454f1a" /><Relationship Type="http://schemas.openxmlformats.org/officeDocument/2006/relationships/presProps" Target="/ppt/presProps.xml" Id="Rf62bd8fdb7ec495c" /><Relationship Type="http://schemas.openxmlformats.org/officeDocument/2006/relationships/tableStyles" Target="/ppt/tableStyles.xml" Id="Rd00844c6b9e24e28" /><Relationship Type="http://schemas.openxmlformats.org/officeDocument/2006/relationships/slide" Target="/ppt/slides/slide1.xml" Id="R3973404a91fa4d90" /><Relationship Type="http://schemas.openxmlformats.org/officeDocument/2006/relationships/slide" Target="/ppt/slides/slide2.xml" Id="Rb5ed0b78fb2f4ff5" /><Relationship Type="http://schemas.openxmlformats.org/officeDocument/2006/relationships/slide" Target="/ppt/slides/slide3.xml" Id="Rac3c81d4881e4c78" /><Relationship Type="http://schemas.openxmlformats.org/officeDocument/2006/relationships/slide" Target="/ppt/slides/slide4.xml" Id="R9aa8287e5cf84c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16f78777cb48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18a5fafd294f8b" /><Relationship Type="http://schemas.openxmlformats.org/officeDocument/2006/relationships/notesMaster" Target="/ppt/notesMasters/notesMaster1.xml" Id="Rc0584e6f74a54c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a7c0780d3c4a3e" /><Relationship Type="http://schemas.openxmlformats.org/officeDocument/2006/relationships/notesMaster" Target="/ppt/notesMasters/notesMaster1.xml" Id="Rb31bc65c348d4e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935a44170f4a20" /><Relationship Type="http://schemas.openxmlformats.org/officeDocument/2006/relationships/notesMaster" Target="/ppt/notesMasters/notesMaster1.xml" Id="R46a5517cbda049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6697704772453b" /><Relationship Type="http://schemas.openxmlformats.org/officeDocument/2006/relationships/notesMaster" Target="/ppt/notesMasters/notesMaster1.xml" Id="R74950615dc0c49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37ce01a1f348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72cdc4ee07470a" /><Relationship Type="http://schemas.openxmlformats.org/officeDocument/2006/relationships/slideLayout" Target="/ppt/slideLayouts/slideLayout1.xml" Id="R51a450f8198344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a450f8198344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84d57163f44e2f" /><Relationship Type="http://schemas.openxmlformats.org/officeDocument/2006/relationships/notesSlide" Target="/ppt/notesSlides/notesSlide1.xml" Id="R8a8782619be849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c37f68848b4af2" /><Relationship Type="http://schemas.openxmlformats.org/officeDocument/2006/relationships/notesSlide" Target="/ppt/notesSlides/notesSlide2.xml" Id="Rb3c17efab99c43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bc52d198824b2b" /><Relationship Type="http://schemas.openxmlformats.org/officeDocument/2006/relationships/notesSlide" Target="/ppt/notesSlides/notesSlide3.xml" Id="R78d595e3099549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f86856a795414e" /><Relationship Type="http://schemas.openxmlformats.org/officeDocument/2006/relationships/notesSlide" Target="/ppt/notesSlides/notesSlide4.xml" Id="R4f1c5d738641429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1-header-band">
            <a:extLst xmlns:a="http://schemas.openxmlformats.org/drawingml/2006/main">
              <a:ext uri="{FF2B5EF4-FFF2-40B4-BE49-F238E27FC236}">
                <a16:creationId xmlns:a16="http://schemas.microsoft.com/office/drawing/2014/main" id="{9970C022-1712-41A0-9401-958396FE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1-accent-rule">
            <a:extLst xmlns:a="http://schemas.openxmlformats.org/drawingml/2006/main">
              <a:ext uri="{FF2B5EF4-FFF2-40B4-BE49-F238E27FC236}">
                <a16:creationId xmlns:a16="http://schemas.microsoft.com/office/drawing/2014/main" id="{A005DDAD-69B3-447F-AC12-F971EF5E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9525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1-category">
            <a:extLst xmlns:a="http://schemas.openxmlformats.org/drawingml/2006/main">
              <a:ext uri="{FF2B5EF4-FFF2-40B4-BE49-F238E27FC236}">
                <a16:creationId xmlns:a16="http://schemas.microsoft.com/office/drawing/2014/main" id="{95DF45C0-443B-46B4-9146-EBFDACE4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23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GEOMETRY • GRADE 4</a:t>
            </a:r>
          </a:p>
        </p:txBody>
      </p:sp>
      <p:sp>
        <p:nvSpPr>
          <p:cNvPr id="4" name="slide-1-problem">
            <a:extLst xmlns:a="http://schemas.openxmlformats.org/drawingml/2006/main">
              <a:ext uri="{FF2B5EF4-FFF2-40B4-BE49-F238E27FC236}">
                <a16:creationId xmlns:a16="http://schemas.microsoft.com/office/drawing/2014/main" id="{D294E9A7-621F-4EC3-910E-88BF7BC2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906000" cy="327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rectangle is 8 centimeters long and 3 centimeters wide. What is its perimeter?</a:t>
            </a:r>
          </a:p>
        </p:txBody>
      </p:sp>
    </p:spTree>
    <p:extLst>
      <p:ext uri="{BB962C8B-B14F-4D97-AF65-F5344CB8AC3E}">
        <p14:creationId xmlns:p14="http://schemas.microsoft.com/office/powerpoint/2010/main" val="17874076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2-content-field">
            <a:extLst xmlns:a="http://schemas.openxmlformats.org/drawingml/2006/main">
              <a:ext uri="{FF2B5EF4-FFF2-40B4-BE49-F238E27FC236}">
                <a16:creationId xmlns:a16="http://schemas.microsoft.com/office/drawing/2014/main" id="{1671E929-E106-4BBC-AC78-C2B00206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2-accent-rule">
            <a:extLst xmlns:a="http://schemas.openxmlformats.org/drawingml/2006/main">
              <a:ext uri="{FF2B5EF4-FFF2-40B4-BE49-F238E27FC236}">
                <a16:creationId xmlns:a16="http://schemas.microsoft.com/office/drawing/2014/main" id="{448DD51D-B18A-45CC-9EEB-9FC3D13D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2362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2-category">
            <a:extLst xmlns:a="http://schemas.openxmlformats.org/drawingml/2006/main">
              <a:ext uri="{FF2B5EF4-FFF2-40B4-BE49-F238E27FC236}">
                <a16:creationId xmlns:a16="http://schemas.microsoft.com/office/drawing/2014/main" id="{FDD60868-E769-44BE-B8DE-A53130CB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62050"/>
            <a:ext cx="723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GEOMETRY • GRADE 4</a:t>
            </a:r>
          </a:p>
        </p:txBody>
      </p:sp>
      <p:sp>
        <p:nvSpPr>
          <p:cNvPr id="4" name="slide-2-problem">
            <a:extLst xmlns:a="http://schemas.openxmlformats.org/drawingml/2006/main">
              <a:ext uri="{FF2B5EF4-FFF2-40B4-BE49-F238E27FC236}">
                <a16:creationId xmlns:a16="http://schemas.microsoft.com/office/drawing/2014/main" id="{FABFA62E-501D-4CA7-ACA3-92AE6D54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10058400" cy="331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rectangle is 10 centimeters long and 4 centimeters wide. What is its perimeter?</a:t>
            </a:r>
          </a:p>
        </p:txBody>
      </p:sp>
    </p:spTree>
    <p:extLst>
      <p:ext uri="{BB962C8B-B14F-4D97-AF65-F5344CB8AC3E}">
        <p14:creationId xmlns:p14="http://schemas.microsoft.com/office/powerpoint/2010/main" val="14188336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3-header-band">
            <a:extLst xmlns:a="http://schemas.openxmlformats.org/drawingml/2006/main">
              <a:ext uri="{FF2B5EF4-FFF2-40B4-BE49-F238E27FC236}">
                <a16:creationId xmlns:a16="http://schemas.microsoft.com/office/drawing/2014/main" id="{895B3DF9-86C1-4B94-8534-449A8AEE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3-accent-rule">
            <a:extLst xmlns:a="http://schemas.openxmlformats.org/drawingml/2006/main">
              <a:ext uri="{FF2B5EF4-FFF2-40B4-BE49-F238E27FC236}">
                <a16:creationId xmlns:a16="http://schemas.microsoft.com/office/drawing/2014/main" id="{A9BA1340-FF79-4D50-989C-D98DF735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9525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3-category">
            <a:extLst xmlns:a="http://schemas.openxmlformats.org/drawingml/2006/main">
              <a:ext uri="{FF2B5EF4-FFF2-40B4-BE49-F238E27FC236}">
                <a16:creationId xmlns:a16="http://schemas.microsoft.com/office/drawing/2014/main" id="{E48F3647-E749-420D-BA51-F79DDFE3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23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DATA • GRADE 6</a:t>
            </a:r>
          </a:p>
        </p:txBody>
      </p:sp>
      <p:sp>
        <p:nvSpPr>
          <p:cNvPr id="4" name="slide-3-problem">
            <a:extLst xmlns:a="http://schemas.openxmlformats.org/drawingml/2006/main">
              <a:ext uri="{FF2B5EF4-FFF2-40B4-BE49-F238E27FC236}">
                <a16:creationId xmlns:a16="http://schemas.microsoft.com/office/drawing/2014/main" id="{DE3982AC-C193-4B8F-BE24-27E3088E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906000" cy="3276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What is the median of 3, 5, 6, 8, 9, 12, and 15?</a:t>
            </a:r>
          </a:p>
        </p:txBody>
      </p:sp>
    </p:spTree>
    <p:extLst>
      <p:ext uri="{BB962C8B-B14F-4D97-AF65-F5344CB8AC3E}">
        <p14:creationId xmlns:p14="http://schemas.microsoft.com/office/powerpoint/2010/main" val="6198480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4-content-field">
            <a:extLst xmlns:a="http://schemas.openxmlformats.org/drawingml/2006/main">
              <a:ext uri="{FF2B5EF4-FFF2-40B4-BE49-F238E27FC236}">
                <a16:creationId xmlns:a16="http://schemas.microsoft.com/office/drawing/2014/main" id="{B6CE9455-AA3B-4875-9A97-9357AFA8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4-accent-rule">
            <a:extLst xmlns:a="http://schemas.openxmlformats.org/drawingml/2006/main">
              <a:ext uri="{FF2B5EF4-FFF2-40B4-BE49-F238E27FC236}">
                <a16:creationId xmlns:a16="http://schemas.microsoft.com/office/drawing/2014/main" id="{8858AC3F-E552-4368-8C0D-FD0CB442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2362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4-category">
            <a:extLst xmlns:a="http://schemas.openxmlformats.org/drawingml/2006/main">
              <a:ext uri="{FF2B5EF4-FFF2-40B4-BE49-F238E27FC236}">
                <a16:creationId xmlns:a16="http://schemas.microsoft.com/office/drawing/2014/main" id="{45AB941E-BE14-477E-AC55-E9768BAC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62050"/>
            <a:ext cx="723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MEASUREMENT • GRADE 5</a:t>
            </a:r>
          </a:p>
        </p:txBody>
      </p:sp>
      <p:sp>
        <p:nvSpPr>
          <p:cNvPr id="4" name="slide-4-problem">
            <a:extLst xmlns:a="http://schemas.openxmlformats.org/drawingml/2006/main">
              <a:ext uri="{FF2B5EF4-FFF2-40B4-BE49-F238E27FC236}">
                <a16:creationId xmlns:a16="http://schemas.microsoft.com/office/drawing/2014/main" id="{15A81F67-F1B4-41C9-850A-51F8E09A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10058400" cy="331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hiking trail is 2.75 kilometers long. How many meters long is the trail?</a:t>
            </a:r>
          </a:p>
        </p:txBody>
      </p:sp>
    </p:spTree>
    <p:extLst>
      <p:ext uri="{BB962C8B-B14F-4D97-AF65-F5344CB8AC3E}">
        <p14:creationId xmlns:p14="http://schemas.microsoft.com/office/powerpoint/2010/main" val="507344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2026-07-29T20:43:56.4890000Z</dcterms:created>
  <dcterms:modified xsi:type="dcterms:W3CDTF">2026-07-29T20:43:56.4890000Z</dcterms:modified>
</coreProperties>
</file>