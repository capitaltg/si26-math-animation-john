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frog is sitting on 3. It jumps forward 4 spaces. Where does it land?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at 7. Move back 5. What number are you 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snail starts at 2. It crawls forward 6. What number does it reach?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